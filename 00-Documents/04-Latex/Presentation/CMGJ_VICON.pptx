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89" r:id="rId3"/>
    <p:sldId id="290" r:id="rId4"/>
    <p:sldId id="291" r:id="rId5"/>
    <p:sldId id="292" r:id="rId6"/>
    <p:sldId id="297" r:id="rId7"/>
    <p:sldId id="293" r:id="rId8"/>
    <p:sldId id="298" r:id="rId9"/>
    <p:sldId id="299" r:id="rId10"/>
    <p:sldId id="294" r:id="rId11"/>
    <p:sldId id="295" r:id="rId12"/>
    <p:sldId id="296" r:id="rId13"/>
    <p:sldId id="28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C2"/>
    <a:srgbClr val="00A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6327"/>
  </p:normalViewPr>
  <p:slideViewPr>
    <p:cSldViewPr snapToGrid="0">
      <p:cViewPr varScale="1">
        <p:scale>
          <a:sx n="111" d="100"/>
          <a:sy n="111" d="100"/>
        </p:scale>
        <p:origin x="16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4A52A-99AB-4ED5-9EF2-0E4349454848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84DC1-067A-46A8-86F3-9D8C25D168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252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5A3E-ACAA-4AFD-A35B-9C0A7C571517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22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2164-FF0C-4C43-B1B3-C9F7D7B4715E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91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B2DE-4D1A-49F7-85D8-BF85517F9467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25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EDAC-286B-423B-B41A-C6369057A0B6}" type="datetime1">
              <a:rPr lang="es-ES" smtClean="0"/>
              <a:t>20/07/2026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36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27423-7F37-4C7F-BC3E-0FDDB95176D5}" type="datetime1">
              <a:rPr lang="es-ES" smtClean="0"/>
              <a:t>20/07/2026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088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9AA8-3DE0-467D-9A8B-895AD8610563}" type="datetime1">
              <a:rPr lang="es-ES" smtClean="0"/>
              <a:t>20/07/2026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34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91401-819D-49E1-B28F-D7E8D6DC5AEC}" type="datetime1">
              <a:rPr lang="es-ES" smtClean="0"/>
              <a:t>20/07/2026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25369" y="0"/>
            <a:ext cx="2057400" cy="365125"/>
          </a:xfrm>
        </p:spPr>
        <p:txBody>
          <a:bodyPr/>
          <a:lstStyle/>
          <a:p>
            <a:fld id="{795DA097-91D5-884A-AB6D-3E1FFBDE92C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907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11A8-DC28-4F23-A859-B56A4B6F0F0F}" type="datetime1">
              <a:rPr lang="es-ES" smtClean="0"/>
              <a:t>20/07/2026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57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6A6B-DE9F-4184-A189-0E61FD55D73F}" type="datetime1">
              <a:rPr lang="es-ES" smtClean="0"/>
              <a:t>20/07/2026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8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FB5F4-CA1A-46A7-93A8-657B3882BC6D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244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6"/>
            <a:ext cx="5800725" cy="581183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FC2F-2105-4D0F-8DF8-29E9B591011D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42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0ABDF-CDFE-4062-BD2E-C8D20DEDCB80}" type="datetime1">
              <a:rPr lang="es-ES" smtClean="0"/>
              <a:t>20/07/2026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DA097-91D5-884A-AB6D-3E1FFBDE92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789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hyperlink" Target="file:///C:\Users\cmgomezj\Documents\PERSONAL\WORKSPACE\VICON\00-Documents\01-Doxygen\html\index.html" TargetMode="Externa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6DEDA2F-B39B-BD60-6FCD-597B8306973B}"/>
              </a:ext>
            </a:extLst>
          </p:cNvPr>
          <p:cNvSpPr txBox="1"/>
          <p:nvPr/>
        </p:nvSpPr>
        <p:spPr>
          <a:xfrm>
            <a:off x="797632" y="3289615"/>
            <a:ext cx="3774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s-ES" sz="2400" kern="100" dirty="0">
                <a:solidFill>
                  <a:srgbClr val="FFFFFF"/>
                </a:solidFill>
                <a:effectLst/>
                <a:latin typeface="Malacitana-Sans" pitchFamily="2" charset="77"/>
                <a:ea typeface="Calibri" panose="020F0502020204030204" pitchFamily="34" charset="0"/>
                <a:cs typeface="Times New Roman (Cuerpo en alfa"/>
              </a:rPr>
              <a:t>VICON</a:t>
            </a:r>
            <a:endParaRPr lang="es-ES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90D2662-29DC-073E-A8F2-D5E8F506B122}"/>
              </a:ext>
            </a:extLst>
          </p:cNvPr>
          <p:cNvCxnSpPr>
            <a:cxnSpLocks/>
          </p:cNvCxnSpPr>
          <p:nvPr/>
        </p:nvCxnSpPr>
        <p:spPr>
          <a:xfrm flipH="1">
            <a:off x="867207" y="4890053"/>
            <a:ext cx="3346985" cy="0"/>
          </a:xfrm>
          <a:prstGeom prst="line">
            <a:avLst/>
          </a:prstGeom>
          <a:ln w="12700">
            <a:solidFill>
              <a:srgbClr val="00AA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1F8B1A-4E4E-F401-BEBE-F76A850A0196}"/>
              </a:ext>
            </a:extLst>
          </p:cNvPr>
          <p:cNvSpPr txBox="1"/>
          <p:nvPr/>
        </p:nvSpPr>
        <p:spPr>
          <a:xfrm>
            <a:off x="797632" y="5075679"/>
            <a:ext cx="4403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  <a:latin typeface="Malacitana-Sans" pitchFamily="2" charset="77"/>
              </a:rPr>
              <a:t>Málaga, a 20 de Julio de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AFBDC76-6F18-DD8A-D6CF-01DEF8511C02}"/>
              </a:ext>
            </a:extLst>
          </p:cNvPr>
          <p:cNvSpPr txBox="1"/>
          <p:nvPr/>
        </p:nvSpPr>
        <p:spPr>
          <a:xfrm>
            <a:off x="797631" y="3766188"/>
            <a:ext cx="8242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Visión Configurable </a:t>
            </a:r>
            <a:r>
              <a:rPr lang="en-US" dirty="0" err="1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</a:t>
            </a:r>
            <a:r>
              <a:rPr lang="en-US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FPGA</a:t>
            </a:r>
            <a:endParaRPr lang="en-US" dirty="0"/>
          </a:p>
          <a:p>
            <a:pPr marL="0" lvl="1"/>
            <a:endParaRPr lang="es-ES" dirty="0">
              <a:solidFill>
                <a:srgbClr val="004479"/>
              </a:solidFill>
              <a:latin typeface="Malacitana-Sans" pitchFamily="2" charset="77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0063404-7C67-8DBE-BA40-5D8BCBCA0614}"/>
              </a:ext>
            </a:extLst>
          </p:cNvPr>
          <p:cNvSpPr/>
          <p:nvPr/>
        </p:nvSpPr>
        <p:spPr>
          <a:xfrm>
            <a:off x="795528" y="46268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9337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1F89C-4088-2283-A05C-57547C98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BCAA698-C410-4732-D234-FAF69AFF67E2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FA2405-29C7-F066-5409-4A0CA2FB7B70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0" name="Flecha: hacia arriba 14">
            <a:extLst>
              <a:ext uri="{FF2B5EF4-FFF2-40B4-BE49-F238E27FC236}">
                <a16:creationId xmlns:a16="http://schemas.microsoft.com/office/drawing/2014/main" id="{B79B6068-E472-793C-1BB5-C7ADF4406031}"/>
              </a:ext>
            </a:extLst>
          </p:cNvPr>
          <p:cNvSpPr/>
          <p:nvPr/>
        </p:nvSpPr>
        <p:spPr>
          <a:xfrm flipV="1">
            <a:off x="1444550" y="705015"/>
            <a:ext cx="996945" cy="1678616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CuadroTexto 38">
            <a:extLst>
              <a:ext uri="{FF2B5EF4-FFF2-40B4-BE49-F238E27FC236}">
                <a16:creationId xmlns:a16="http://schemas.microsoft.com/office/drawing/2014/main" id="{4DFB365F-A141-E318-6C78-402CA58BD588}"/>
              </a:ext>
            </a:extLst>
          </p:cNvPr>
          <p:cNvSpPr txBox="1"/>
          <p:nvPr/>
        </p:nvSpPr>
        <p:spPr>
          <a:xfrm>
            <a:off x="1742834" y="1855665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21" name="CuadroTexto 5">
            <a:extLst>
              <a:ext uri="{FF2B5EF4-FFF2-40B4-BE49-F238E27FC236}">
                <a16:creationId xmlns:a16="http://schemas.microsoft.com/office/drawing/2014/main" id="{6DA546B1-8AE6-1F8D-8EE6-5B0D94FC7AD0}"/>
              </a:ext>
            </a:extLst>
          </p:cNvPr>
          <p:cNvSpPr txBox="1">
            <a:spLocks/>
          </p:cNvSpPr>
          <p:nvPr/>
        </p:nvSpPr>
        <p:spPr>
          <a:xfrm>
            <a:off x="1544719" y="869867"/>
            <a:ext cx="81259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Hardware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CuadroTexto 5">
            <a:extLst>
              <a:ext uri="{FF2B5EF4-FFF2-40B4-BE49-F238E27FC236}">
                <a16:creationId xmlns:a16="http://schemas.microsoft.com/office/drawing/2014/main" id="{DBA5FA17-AE2D-9CD1-D160-01E9BB320523}"/>
              </a:ext>
            </a:extLst>
          </p:cNvPr>
          <p:cNvSpPr txBox="1">
            <a:spLocks/>
          </p:cNvSpPr>
          <p:nvPr/>
        </p:nvSpPr>
        <p:spPr>
          <a:xfrm>
            <a:off x="1482447" y="1173343"/>
            <a:ext cx="942887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Funcionales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CuadroTexto 5">
            <a:extLst>
              <a:ext uri="{FF2B5EF4-FFF2-40B4-BE49-F238E27FC236}">
                <a16:creationId xmlns:a16="http://schemas.microsoft.com/office/drawing/2014/main" id="{54F13FF8-AB98-6816-11C8-C5F507BEE846}"/>
              </a:ext>
            </a:extLst>
          </p:cNvPr>
          <p:cNvSpPr txBox="1">
            <a:spLocks/>
          </p:cNvSpPr>
          <p:nvPr/>
        </p:nvSpPr>
        <p:spPr>
          <a:xfrm>
            <a:off x="1506357" y="1491999"/>
            <a:ext cx="91980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Temporales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Flecha: hacia arriba 14">
            <a:extLst>
              <a:ext uri="{FF2B5EF4-FFF2-40B4-BE49-F238E27FC236}">
                <a16:creationId xmlns:a16="http://schemas.microsoft.com/office/drawing/2014/main" id="{7A495A4E-A010-64F4-4D52-B21A6B981AE7}"/>
              </a:ext>
            </a:extLst>
          </p:cNvPr>
          <p:cNvSpPr/>
          <p:nvPr/>
        </p:nvSpPr>
        <p:spPr>
          <a:xfrm flipV="1">
            <a:off x="104264" y="768966"/>
            <a:ext cx="1086361" cy="1148042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CuadroTexto 2">
            <a:extLst>
              <a:ext uri="{FF2B5EF4-FFF2-40B4-BE49-F238E27FC236}">
                <a16:creationId xmlns:a16="http://schemas.microsoft.com/office/drawing/2014/main" id="{86BD9EAC-A464-F529-B228-DAB6A2BA3239}"/>
              </a:ext>
            </a:extLst>
          </p:cNvPr>
          <p:cNvSpPr txBox="1">
            <a:spLocks/>
          </p:cNvSpPr>
          <p:nvPr/>
        </p:nvSpPr>
        <p:spPr>
          <a:xfrm>
            <a:off x="450916" y="1395974"/>
            <a:ext cx="393056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3200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63124096-0A9D-034D-9864-C133026BDE72}"/>
              </a:ext>
            </a:extLst>
          </p:cNvPr>
          <p:cNvSpPr txBox="1"/>
          <p:nvPr/>
        </p:nvSpPr>
        <p:spPr>
          <a:xfrm>
            <a:off x="30949" y="544185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5" name="CuadroTexto 5">
            <a:extLst>
              <a:ext uri="{FF2B5EF4-FFF2-40B4-BE49-F238E27FC236}">
                <a16:creationId xmlns:a16="http://schemas.microsoft.com/office/drawing/2014/main" id="{F14A5468-AB81-C124-F065-DB146AD1009C}"/>
              </a:ext>
            </a:extLst>
          </p:cNvPr>
          <p:cNvSpPr txBox="1">
            <a:spLocks/>
          </p:cNvSpPr>
          <p:nvPr/>
        </p:nvSpPr>
        <p:spPr>
          <a:xfrm>
            <a:off x="189097" y="836661"/>
            <a:ext cx="90858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Motivación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CuadroTexto 5">
            <a:extLst>
              <a:ext uri="{FF2B5EF4-FFF2-40B4-BE49-F238E27FC236}">
                <a16:creationId xmlns:a16="http://schemas.microsoft.com/office/drawing/2014/main" id="{3A8DBA6F-4169-0E91-476E-A90468906F2E}"/>
              </a:ext>
            </a:extLst>
          </p:cNvPr>
          <p:cNvSpPr txBox="1">
            <a:spLocks/>
          </p:cNvSpPr>
          <p:nvPr/>
        </p:nvSpPr>
        <p:spPr>
          <a:xfrm>
            <a:off x="388920" y="1129318"/>
            <a:ext cx="50020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SDLC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Flecha: hacia arriba 14">
            <a:extLst>
              <a:ext uri="{FF2B5EF4-FFF2-40B4-BE49-F238E27FC236}">
                <a16:creationId xmlns:a16="http://schemas.microsoft.com/office/drawing/2014/main" id="{77855D00-676F-BE14-9DE7-593E52CD539E}"/>
              </a:ext>
            </a:extLst>
          </p:cNvPr>
          <p:cNvSpPr/>
          <p:nvPr/>
        </p:nvSpPr>
        <p:spPr>
          <a:xfrm flipV="1">
            <a:off x="6587715" y="666462"/>
            <a:ext cx="1097367" cy="3854738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uadroTexto 5">
            <a:extLst>
              <a:ext uri="{FF2B5EF4-FFF2-40B4-BE49-F238E27FC236}">
                <a16:creationId xmlns:a16="http://schemas.microsoft.com/office/drawing/2014/main" id="{D46D6506-2D5A-927C-1F73-60A28F695185}"/>
              </a:ext>
            </a:extLst>
          </p:cNvPr>
          <p:cNvSpPr txBox="1">
            <a:spLocks/>
          </p:cNvSpPr>
          <p:nvPr/>
        </p:nvSpPr>
        <p:spPr>
          <a:xfrm>
            <a:off x="6554397" y="994323"/>
            <a:ext cx="119327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Documentación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CuadroTexto 5">
            <a:extLst>
              <a:ext uri="{FF2B5EF4-FFF2-40B4-BE49-F238E27FC236}">
                <a16:creationId xmlns:a16="http://schemas.microsoft.com/office/drawing/2014/main" id="{D5C01A12-8753-37A0-F0F3-D3D9D49E61D8}"/>
              </a:ext>
            </a:extLst>
          </p:cNvPr>
          <p:cNvSpPr txBox="1">
            <a:spLocks/>
          </p:cNvSpPr>
          <p:nvPr/>
        </p:nvSpPr>
        <p:spPr>
          <a:xfrm>
            <a:off x="6704278" y="1252807"/>
            <a:ext cx="893514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Entorno de</a:t>
            </a:r>
            <a:br>
              <a:rPr lang="es-ES" sz="1200" b="1" dirty="0">
                <a:solidFill>
                  <a:prstClr val="black"/>
                </a:solidFill>
                <a:latin typeface="Calibri"/>
              </a:rPr>
            </a:br>
            <a:r>
              <a:rPr lang="es-ES" sz="1200" b="1" dirty="0">
                <a:solidFill>
                  <a:prstClr val="black"/>
                </a:solidFill>
                <a:latin typeface="Calibri"/>
              </a:rPr>
              <a:t>desarrollo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CuadroTexto 5">
            <a:extLst>
              <a:ext uri="{FF2B5EF4-FFF2-40B4-BE49-F238E27FC236}">
                <a16:creationId xmlns:a16="http://schemas.microsoft.com/office/drawing/2014/main" id="{7900EC76-355E-473C-F9B9-24AD0654135E}"/>
              </a:ext>
            </a:extLst>
          </p:cNvPr>
          <p:cNvSpPr txBox="1">
            <a:spLocks/>
          </p:cNvSpPr>
          <p:nvPr/>
        </p:nvSpPr>
        <p:spPr>
          <a:xfrm>
            <a:off x="6700255" y="1752731"/>
            <a:ext cx="85465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Control de</a:t>
            </a:r>
          </a:p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versiones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CuadroTexto 5">
            <a:extLst>
              <a:ext uri="{FF2B5EF4-FFF2-40B4-BE49-F238E27FC236}">
                <a16:creationId xmlns:a16="http://schemas.microsoft.com/office/drawing/2014/main" id="{BCCFF3DE-8C21-1549-C8E9-863C1D60C55B}"/>
              </a:ext>
            </a:extLst>
          </p:cNvPr>
          <p:cNvSpPr txBox="1">
            <a:spLocks/>
          </p:cNvSpPr>
          <p:nvPr/>
        </p:nvSpPr>
        <p:spPr>
          <a:xfrm>
            <a:off x="6723706" y="2287855"/>
            <a:ext cx="85465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Control de</a:t>
            </a:r>
          </a:p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tareas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CuadroTexto 38">
            <a:extLst>
              <a:ext uri="{FF2B5EF4-FFF2-40B4-BE49-F238E27FC236}">
                <a16:creationId xmlns:a16="http://schemas.microsoft.com/office/drawing/2014/main" id="{EE8949DF-F1C0-4825-16D7-46FD67D04F5C}"/>
              </a:ext>
            </a:extLst>
          </p:cNvPr>
          <p:cNvSpPr txBox="1"/>
          <p:nvPr/>
        </p:nvSpPr>
        <p:spPr>
          <a:xfrm>
            <a:off x="6923294" y="3963490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8" name="Flecha: hacia arriba 14">
            <a:extLst>
              <a:ext uri="{FF2B5EF4-FFF2-40B4-BE49-F238E27FC236}">
                <a16:creationId xmlns:a16="http://schemas.microsoft.com/office/drawing/2014/main" id="{2D7F4676-ED74-7EB0-DD61-73C39978D657}"/>
              </a:ext>
            </a:extLst>
          </p:cNvPr>
          <p:cNvSpPr/>
          <p:nvPr/>
        </p:nvSpPr>
        <p:spPr>
          <a:xfrm flipV="1">
            <a:off x="7924800" y="666462"/>
            <a:ext cx="1097367" cy="4350038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uadroTexto 38">
            <a:extLst>
              <a:ext uri="{FF2B5EF4-FFF2-40B4-BE49-F238E27FC236}">
                <a16:creationId xmlns:a16="http://schemas.microsoft.com/office/drawing/2014/main" id="{62C19065-A9FF-03C3-7922-C82F5DE1D889}"/>
              </a:ext>
            </a:extLst>
          </p:cNvPr>
          <p:cNvSpPr txBox="1"/>
          <p:nvPr/>
        </p:nvSpPr>
        <p:spPr>
          <a:xfrm>
            <a:off x="8276953" y="4422061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37" name="CuadroTexto 5">
            <a:extLst>
              <a:ext uri="{FF2B5EF4-FFF2-40B4-BE49-F238E27FC236}">
                <a16:creationId xmlns:a16="http://schemas.microsoft.com/office/drawing/2014/main" id="{28344A85-27D6-9A56-9BE9-AC880D9756A9}"/>
              </a:ext>
            </a:extLst>
          </p:cNvPr>
          <p:cNvSpPr txBox="1">
            <a:spLocks/>
          </p:cNvSpPr>
          <p:nvPr/>
        </p:nvSpPr>
        <p:spPr>
          <a:xfrm>
            <a:off x="7910195" y="990370"/>
            <a:ext cx="112954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Recursos FPGA</a:t>
            </a:r>
          </a:p>
        </p:txBody>
      </p:sp>
      <p:sp>
        <p:nvSpPr>
          <p:cNvPr id="38" name="CuadroTexto 5">
            <a:extLst>
              <a:ext uri="{FF2B5EF4-FFF2-40B4-BE49-F238E27FC236}">
                <a16:creationId xmlns:a16="http://schemas.microsoft.com/office/drawing/2014/main" id="{4F83199D-1EA2-A33B-740D-22304FFDB516}"/>
              </a:ext>
            </a:extLst>
          </p:cNvPr>
          <p:cNvSpPr txBox="1">
            <a:spLocks/>
          </p:cNvSpPr>
          <p:nvPr/>
        </p:nvSpPr>
        <p:spPr>
          <a:xfrm>
            <a:off x="8024611" y="1327053"/>
            <a:ext cx="89774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Problemas </a:t>
            </a:r>
          </a:p>
        </p:txBody>
      </p:sp>
      <p:sp>
        <p:nvSpPr>
          <p:cNvPr id="39" name="CuadroTexto 5">
            <a:extLst>
              <a:ext uri="{FF2B5EF4-FFF2-40B4-BE49-F238E27FC236}">
                <a16:creationId xmlns:a16="http://schemas.microsoft.com/office/drawing/2014/main" id="{32CEF776-7912-B428-3474-0878F3F75CEB}"/>
              </a:ext>
            </a:extLst>
          </p:cNvPr>
          <p:cNvSpPr txBox="1">
            <a:spLocks/>
          </p:cNvSpPr>
          <p:nvPr/>
        </p:nvSpPr>
        <p:spPr>
          <a:xfrm>
            <a:off x="8131671" y="1662009"/>
            <a:ext cx="74231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Mejoras </a:t>
            </a:r>
          </a:p>
        </p:txBody>
      </p:sp>
      <p:sp>
        <p:nvSpPr>
          <p:cNvPr id="7" name="Flecha: hacia arriba 14">
            <a:extLst>
              <a:ext uri="{FF2B5EF4-FFF2-40B4-BE49-F238E27FC236}">
                <a16:creationId xmlns:a16="http://schemas.microsoft.com/office/drawing/2014/main" id="{49167E08-3ECF-24D8-FDEE-96FE31E9118D}"/>
              </a:ext>
            </a:extLst>
          </p:cNvPr>
          <p:cNvSpPr/>
          <p:nvPr/>
        </p:nvSpPr>
        <p:spPr>
          <a:xfrm flipV="1">
            <a:off x="5076132" y="666461"/>
            <a:ext cx="1187392" cy="3076863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11E3320-4499-8A4D-9B7E-3CDF48E76E6C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1" name="CuadroTexto 38">
            <a:extLst>
              <a:ext uri="{FF2B5EF4-FFF2-40B4-BE49-F238E27FC236}">
                <a16:creationId xmlns:a16="http://schemas.microsoft.com/office/drawing/2014/main" id="{F61937E8-F23A-8610-7DE7-E9354E7E7007}"/>
              </a:ext>
            </a:extLst>
          </p:cNvPr>
          <p:cNvSpPr txBox="1"/>
          <p:nvPr/>
        </p:nvSpPr>
        <p:spPr>
          <a:xfrm>
            <a:off x="5465539" y="3207472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X</a:t>
            </a:r>
          </a:p>
        </p:txBody>
      </p:sp>
      <p:sp>
        <p:nvSpPr>
          <p:cNvPr id="5" name="Flecha: hacia arriba 14">
            <a:extLst>
              <a:ext uri="{FF2B5EF4-FFF2-40B4-BE49-F238E27FC236}">
                <a16:creationId xmlns:a16="http://schemas.microsoft.com/office/drawing/2014/main" id="{4879EC26-831E-8E7A-8C90-A52A3F695CB3}"/>
              </a:ext>
            </a:extLst>
          </p:cNvPr>
          <p:cNvSpPr/>
          <p:nvPr/>
        </p:nvSpPr>
        <p:spPr>
          <a:xfrm flipV="1">
            <a:off x="3817721" y="666463"/>
            <a:ext cx="996945" cy="2626012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38">
            <a:extLst>
              <a:ext uri="{FF2B5EF4-FFF2-40B4-BE49-F238E27FC236}">
                <a16:creationId xmlns:a16="http://schemas.microsoft.com/office/drawing/2014/main" id="{8324C7DF-5F8B-F6F6-4662-D480E14D6134}"/>
              </a:ext>
            </a:extLst>
          </p:cNvPr>
          <p:cNvSpPr txBox="1"/>
          <p:nvPr/>
        </p:nvSpPr>
        <p:spPr>
          <a:xfrm>
            <a:off x="4104187" y="2791750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28" name="CuadroTexto 5">
            <a:extLst>
              <a:ext uri="{FF2B5EF4-FFF2-40B4-BE49-F238E27FC236}">
                <a16:creationId xmlns:a16="http://schemas.microsoft.com/office/drawing/2014/main" id="{2544BE39-C558-F8EB-D327-16B3BE98E3CB}"/>
              </a:ext>
            </a:extLst>
          </p:cNvPr>
          <p:cNvSpPr txBox="1">
            <a:spLocks/>
          </p:cNvSpPr>
          <p:nvPr/>
        </p:nvSpPr>
        <p:spPr>
          <a:xfrm>
            <a:off x="4021236" y="909850"/>
            <a:ext cx="50687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 err="1">
                <a:solidFill>
                  <a:prstClr val="black"/>
                </a:solidFill>
                <a:latin typeface="Calibri"/>
              </a:rPr>
              <a:t>CDCs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CuadroTexto 5">
            <a:extLst>
              <a:ext uri="{FF2B5EF4-FFF2-40B4-BE49-F238E27FC236}">
                <a16:creationId xmlns:a16="http://schemas.microsoft.com/office/drawing/2014/main" id="{F4747E56-5D29-DA07-11A2-449F652798EE}"/>
              </a:ext>
            </a:extLst>
          </p:cNvPr>
          <p:cNvSpPr txBox="1">
            <a:spLocks/>
          </p:cNvSpPr>
          <p:nvPr/>
        </p:nvSpPr>
        <p:spPr>
          <a:xfrm>
            <a:off x="3849943" y="2003385"/>
            <a:ext cx="93249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Verificación</a:t>
            </a:r>
            <a:br>
              <a:rPr lang="es-ES" sz="1200" b="1" dirty="0">
                <a:solidFill>
                  <a:prstClr val="black"/>
                </a:solidFill>
                <a:latin typeface="Calibri"/>
              </a:rPr>
            </a:br>
            <a:r>
              <a:rPr lang="es-ES" sz="1200" b="1" dirty="0">
                <a:solidFill>
                  <a:prstClr val="black"/>
                </a:solidFill>
                <a:latin typeface="Calibri"/>
              </a:rPr>
              <a:t>Unitaria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CuadroTexto 5">
            <a:extLst>
              <a:ext uri="{FF2B5EF4-FFF2-40B4-BE49-F238E27FC236}">
                <a16:creationId xmlns:a16="http://schemas.microsoft.com/office/drawing/2014/main" id="{DE22C7D1-EC45-6FE4-11D2-A46848D3026F}"/>
              </a:ext>
            </a:extLst>
          </p:cNvPr>
          <p:cNvSpPr txBox="1">
            <a:spLocks/>
          </p:cNvSpPr>
          <p:nvPr/>
        </p:nvSpPr>
        <p:spPr>
          <a:xfrm>
            <a:off x="4087191" y="2388727"/>
            <a:ext cx="49084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S / H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lecha: hacia arriba 14">
            <a:extLst>
              <a:ext uri="{FF2B5EF4-FFF2-40B4-BE49-F238E27FC236}">
                <a16:creationId xmlns:a16="http://schemas.microsoft.com/office/drawing/2014/main" id="{3BD3CCF0-5E4E-3B4D-BB22-D86B21FC588F}"/>
              </a:ext>
            </a:extLst>
          </p:cNvPr>
          <p:cNvSpPr/>
          <p:nvPr/>
        </p:nvSpPr>
        <p:spPr>
          <a:xfrm flipV="1">
            <a:off x="2631619" y="739841"/>
            <a:ext cx="996945" cy="2094719"/>
          </a:xfrm>
          <a:prstGeom prst="upArrow">
            <a:avLst>
              <a:gd name="adj1" fmla="val 100000"/>
              <a:gd name="adj2" fmla="val 19935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uadroTexto 38">
            <a:extLst>
              <a:ext uri="{FF2B5EF4-FFF2-40B4-BE49-F238E27FC236}">
                <a16:creationId xmlns:a16="http://schemas.microsoft.com/office/drawing/2014/main" id="{FC61E155-0B15-9F51-322D-B2BF28A669A5}"/>
              </a:ext>
            </a:extLst>
          </p:cNvPr>
          <p:cNvSpPr txBox="1"/>
          <p:nvPr/>
        </p:nvSpPr>
        <p:spPr>
          <a:xfrm>
            <a:off x="2925319" y="2336631"/>
            <a:ext cx="408578" cy="59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23" name="CuadroTexto 5">
            <a:extLst>
              <a:ext uri="{FF2B5EF4-FFF2-40B4-BE49-F238E27FC236}">
                <a16:creationId xmlns:a16="http://schemas.microsoft.com/office/drawing/2014/main" id="{018D2EC1-8BF7-23AF-89F2-DD2EFDEAF3F9}"/>
              </a:ext>
            </a:extLst>
          </p:cNvPr>
          <p:cNvSpPr txBox="1">
            <a:spLocks/>
          </p:cNvSpPr>
          <p:nvPr/>
        </p:nvSpPr>
        <p:spPr>
          <a:xfrm>
            <a:off x="2604015" y="901990"/>
            <a:ext cx="105118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Arquitecturas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CuadroTexto 5">
            <a:extLst>
              <a:ext uri="{FF2B5EF4-FFF2-40B4-BE49-F238E27FC236}">
                <a16:creationId xmlns:a16="http://schemas.microsoft.com/office/drawing/2014/main" id="{0DF8FF85-651C-2E7A-29F9-15C5277E1CE0}"/>
              </a:ext>
            </a:extLst>
          </p:cNvPr>
          <p:cNvSpPr txBox="1">
            <a:spLocks/>
          </p:cNvSpPr>
          <p:nvPr/>
        </p:nvSpPr>
        <p:spPr>
          <a:xfrm>
            <a:off x="2705676" y="1917008"/>
            <a:ext cx="84786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Validación</a:t>
            </a:r>
          </a:p>
        </p:txBody>
      </p:sp>
      <p:sp>
        <p:nvSpPr>
          <p:cNvPr id="44" name="CuadroTexto 5">
            <a:extLst>
              <a:ext uri="{FF2B5EF4-FFF2-40B4-BE49-F238E27FC236}">
                <a16:creationId xmlns:a16="http://schemas.microsoft.com/office/drawing/2014/main" id="{CFB88213-1909-6A14-37BD-62CD084D7925}"/>
              </a:ext>
            </a:extLst>
          </p:cNvPr>
          <p:cNvSpPr txBox="1">
            <a:spLocks/>
          </p:cNvSpPr>
          <p:nvPr/>
        </p:nvSpPr>
        <p:spPr>
          <a:xfrm>
            <a:off x="2870052" y="2121584"/>
            <a:ext cx="49084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ES" sz="1200" b="1" dirty="0">
                <a:solidFill>
                  <a:prstClr val="black"/>
                </a:solidFill>
                <a:latin typeface="Calibri"/>
              </a:rPr>
              <a:t>S / H</a:t>
            </a:r>
            <a:endParaRPr lang="es-E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DF58F1F1-9B78-AF97-F96F-3F219C021617}"/>
              </a:ext>
            </a:extLst>
          </p:cNvPr>
          <p:cNvSpPr txBox="1"/>
          <p:nvPr/>
        </p:nvSpPr>
        <p:spPr>
          <a:xfrm>
            <a:off x="12463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2193AB5F-D079-CCEF-541F-86AED5B6303F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6B2D0ACD-2503-1E85-6DAD-D34EEC40BAE8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BFF66612-2D73-8EB9-B12F-72505A94F296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BBA1AD33-475C-31F6-68B8-1F9A2EF3C7FB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2" name="Marcador de número de diapositiva 61">
            <a:extLst>
              <a:ext uri="{FF2B5EF4-FFF2-40B4-BE49-F238E27FC236}">
                <a16:creationId xmlns:a16="http://schemas.microsoft.com/office/drawing/2014/main" id="{135EB29C-33A3-D309-F700-2B6856E1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702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22E4E-90C5-3AA9-AC28-91494F1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0A261875-C62B-8704-6FD1-2D30E4B75FFC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86B78AB4-7F71-BE11-DBAB-FAD702C1C52E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2ED4BE1C-9F4F-6F50-5A80-431C3EC24566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591FDA90-ACA2-8AEC-346A-4457F0885F85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2151FC15-8A46-2F8F-3FF1-71D33C898AE3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4BBF459A-5945-DC87-0986-69DF8701DB0A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7D35E849-E255-2A5F-0A73-6CED4D727549}"/>
              </a:ext>
            </a:extLst>
          </p:cNvPr>
          <p:cNvSpPr/>
          <p:nvPr/>
        </p:nvSpPr>
        <p:spPr>
          <a:xfrm flipV="1">
            <a:off x="104264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B5E2F45-0B98-E97F-3610-29BA51C1E379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2FE91D-A52E-5F77-EBDF-BCAB43008E7F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2CD0EC06-E40C-1A68-D39F-8EB6C62CE4ED}"/>
              </a:ext>
            </a:extLst>
          </p:cNvPr>
          <p:cNvSpPr txBox="1"/>
          <p:nvPr/>
        </p:nvSpPr>
        <p:spPr>
          <a:xfrm>
            <a:off x="15630" y="473210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1556D6B-BAAE-519B-D440-C68D44E3A225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6AD4EC6E-B308-5330-6A56-61CD30D9794F}"/>
              </a:ext>
            </a:extLst>
          </p:cNvPr>
          <p:cNvSpPr txBox="1"/>
          <p:nvPr/>
        </p:nvSpPr>
        <p:spPr>
          <a:xfrm>
            <a:off x="12463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3D2CD5CD-4F00-C8CB-55B8-4755183763F3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A50B4CAE-D781-C59E-A9FA-37B97E95AB0B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ED17A067-948D-334F-D0C9-34753EF070B0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F3A03A3D-2B96-F339-5DC1-E2F6A5F01629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2" name="Picture 2" descr="Modelo en V en Desarrollo de Software: Guia Completa de Verificacion y Validacion SDLC">
            <a:extLst>
              <a:ext uri="{FF2B5EF4-FFF2-40B4-BE49-F238E27FC236}">
                <a16:creationId xmlns:a16="http://schemas.microsoft.com/office/drawing/2014/main" id="{8982353D-F9A9-73D9-FB89-F59DA0295B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2" t="4551" r="18022" b="14702"/>
          <a:stretch>
            <a:fillRect/>
          </a:stretch>
        </p:blipFill>
        <p:spPr bwMode="auto">
          <a:xfrm>
            <a:off x="2303583" y="3429000"/>
            <a:ext cx="4284132" cy="306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EE497E20-EB0B-A5B2-ED77-6D5CEDD3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3</a:t>
            </a:fld>
            <a:endParaRPr lang="es-ES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EA6212ED-E9A1-B212-3320-074A4AD27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632" y="365125"/>
            <a:ext cx="4814666" cy="320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F58BD-F57F-9849-8F7B-BF7A3AA8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0D0BB713-C0B3-B8DA-D637-8FE38CB9491B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B742E874-0AB9-5292-9E33-7C5A12AD2145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4ED3E151-552C-DD47-D72F-056D52EFC7A7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BED17FB4-0B17-AC82-4C05-75140E53FAAD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AF55A24B-E166-BBB3-2E9B-A35A47CB9390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A8D8C97C-98C8-E7C7-4D2F-46E81E873F6A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CE050017-AB89-FD59-A5B6-B22F38E15E98}"/>
              </a:ext>
            </a:extLst>
          </p:cNvPr>
          <p:cNvSpPr/>
          <p:nvPr/>
        </p:nvSpPr>
        <p:spPr>
          <a:xfrm flipV="1">
            <a:off x="1389602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BB789AF-3AD1-F8C1-0C5D-4770CAA0D1B0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F418E8-C269-56A0-878D-44C8E2E249ED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9F8F0658-266C-7702-F08C-2BA18D211F8F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BA6B550-99BA-47CD-CF3D-0CCE16ABDD71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3CBF11CA-72E7-E045-D056-5C7B6C526141}"/>
              </a:ext>
            </a:extLst>
          </p:cNvPr>
          <p:cNvSpPr txBox="1"/>
          <p:nvPr/>
        </p:nvSpPr>
        <p:spPr>
          <a:xfrm>
            <a:off x="1246398" y="466550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DE639179-EE58-F893-B593-F5CC1A1BDDA0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9D882670-AE50-F543-C307-8D59AED655A9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1EF4D86E-7853-4EEC-F64C-6B4715415B66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E33CBA86-0911-CAC7-364A-BCFCBA76D3A0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B8E3D835-BA35-2B5F-5460-5BECD821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4</a:t>
            </a:fld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402C6B-1E66-E95A-8CB5-49621F3EA9C6}"/>
              </a:ext>
            </a:extLst>
          </p:cNvPr>
          <p:cNvSpPr/>
          <p:nvPr/>
        </p:nvSpPr>
        <p:spPr>
          <a:xfrm>
            <a:off x="6263524" y="2628874"/>
            <a:ext cx="2377440" cy="1051560"/>
          </a:xfrm>
          <a:prstGeom prst="roundRect">
            <a:avLst>
              <a:gd name="adj" fmla="val 2609"/>
            </a:avLst>
          </a:prstGeom>
          <a:solidFill>
            <a:srgbClr val="013565"/>
          </a:solidFill>
          <a:ln w="12700">
            <a:solidFill>
              <a:srgbClr val="01356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2552A4-A0BF-E48B-6484-F1DA7DC12F86}"/>
              </a:ext>
            </a:extLst>
          </p:cNvPr>
          <p:cNvSpPr/>
          <p:nvPr/>
        </p:nvSpPr>
        <p:spPr>
          <a:xfrm>
            <a:off x="6263524" y="275689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839DA4-14BB-A4C4-2876-482CE86C5EB9}"/>
              </a:ext>
            </a:extLst>
          </p:cNvPr>
          <p:cNvSpPr/>
          <p:nvPr/>
        </p:nvSpPr>
        <p:spPr>
          <a:xfrm>
            <a:off x="6263524" y="323237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mínima</a:t>
            </a:r>
            <a:endParaRPr lang="en-US" sz="10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872F24-01DE-DEE1-FE69-4B53AA60B99E}"/>
              </a:ext>
            </a:extLst>
          </p:cNvPr>
          <p:cNvSpPr/>
          <p:nvPr/>
        </p:nvSpPr>
        <p:spPr>
          <a:xfrm>
            <a:off x="6263524" y="3863314"/>
            <a:ext cx="2377440" cy="1051560"/>
          </a:xfrm>
          <a:prstGeom prst="roundRect">
            <a:avLst>
              <a:gd name="adj" fmla="val 2609"/>
            </a:avLst>
          </a:prstGeom>
          <a:solidFill>
            <a:srgbClr val="1F758F"/>
          </a:solidFill>
          <a:ln w="12700">
            <a:solidFill>
              <a:srgbClr val="1F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7D4C9B-1047-16D3-BBA4-706A98DD3502}"/>
              </a:ext>
            </a:extLst>
          </p:cNvPr>
          <p:cNvSpPr/>
          <p:nvPr/>
        </p:nvSpPr>
        <p:spPr>
          <a:xfrm>
            <a:off x="6263524" y="399133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fps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4AC89E-123A-8227-FCE6-168074DAB5A7}"/>
              </a:ext>
            </a:extLst>
          </p:cNvPr>
          <p:cNvSpPr/>
          <p:nvPr/>
        </p:nvSpPr>
        <p:spPr>
          <a:xfrm>
            <a:off x="6263524" y="446681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luz suficiente</a:t>
            </a:r>
            <a:endParaRPr lang="en-US" sz="10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0D2D3C8-4C80-B0AF-E1D0-BC3BE20A3004}"/>
              </a:ext>
            </a:extLst>
          </p:cNvPr>
          <p:cNvSpPr/>
          <p:nvPr/>
        </p:nvSpPr>
        <p:spPr>
          <a:xfrm>
            <a:off x="656355" y="2628874"/>
            <a:ext cx="2377440" cy="1051560"/>
          </a:xfrm>
          <a:prstGeom prst="roundRect">
            <a:avLst>
              <a:gd name="adj" fmla="val 2609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1F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8A902EA-6B8B-F4A1-4138-BA9931F1F1DC}"/>
              </a:ext>
            </a:extLst>
          </p:cNvPr>
          <p:cNvSpPr/>
          <p:nvPr/>
        </p:nvSpPr>
        <p:spPr>
          <a:xfrm>
            <a:off x="656355" y="275689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2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3F6E3E1-7B52-0BDC-7B1A-E54D3EA414BE}"/>
              </a:ext>
            </a:extLst>
          </p:cNvPr>
          <p:cNvSpPr/>
          <p:nvPr/>
        </p:nvSpPr>
        <p:spPr>
          <a:xfrm>
            <a:off x="656355" y="323237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E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</a:t>
            </a:r>
            <a:r>
              <a:rPr lang="en-US" sz="1050" dirty="0">
                <a:solidFill>
                  <a:srgbClr val="E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0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89AD539A-39FF-A4FF-A3E1-36779AB8891C}"/>
              </a:ext>
            </a:extLst>
          </p:cNvPr>
          <p:cNvSpPr/>
          <p:nvPr/>
        </p:nvSpPr>
        <p:spPr>
          <a:xfrm>
            <a:off x="656355" y="3922750"/>
            <a:ext cx="2377440" cy="1051560"/>
          </a:xfrm>
          <a:prstGeom prst="roundRect">
            <a:avLst>
              <a:gd name="adj" fmla="val 2609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1F75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62B0EA6-3644-5BF1-B3E0-62B85A1503AF}"/>
              </a:ext>
            </a:extLst>
          </p:cNvPr>
          <p:cNvSpPr/>
          <p:nvPr/>
        </p:nvSpPr>
        <p:spPr>
          <a:xfrm>
            <a:off x="656355" y="405076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MT9V111</a:t>
            </a:r>
            <a:endParaRPr lang="en-US" sz="26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E3B1288-EB69-03BC-6D8A-5405C167ECF7}"/>
              </a:ext>
            </a:extLst>
          </p:cNvPr>
          <p:cNvSpPr/>
          <p:nvPr/>
        </p:nvSpPr>
        <p:spPr>
          <a:xfrm>
            <a:off x="656355" y="452625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CMOS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1342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1A08E-6A56-8058-0BF1-51015DA9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8ACE82F1-5A60-DA68-1DEE-ED4E12CE4678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81A7CCB5-AFC6-6F81-7BA7-72FF47CF35E3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C2818712-5C58-754A-3A64-07B9AFD07DE6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09C760A3-A8A5-3010-4A51-0B5B59A829C3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701C3EFD-86E4-2697-FD69-97FAD524E88C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6D5C11F9-4E85-89A8-19D0-0A50EAFB6EB2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C09C7D02-486E-5140-F9C7-DD9873600FC7}"/>
              </a:ext>
            </a:extLst>
          </p:cNvPr>
          <p:cNvSpPr/>
          <p:nvPr/>
        </p:nvSpPr>
        <p:spPr>
          <a:xfrm flipV="1">
            <a:off x="2562792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542C061-3192-D099-95AB-3899A170C552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E4BACF-DE7E-3A5E-E39A-8269CE229178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89608C72-C167-2EE2-A2E3-81EC0DE2B4A8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520C0AD-D702-00DE-4CCB-8B2B424175C8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024DD963-23DA-62AD-384B-BB3F83BBF269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58BFA490-30B3-32C7-7596-7B41734C0FA8}"/>
              </a:ext>
            </a:extLst>
          </p:cNvPr>
          <p:cNvSpPr txBox="1"/>
          <p:nvPr/>
        </p:nvSpPr>
        <p:spPr>
          <a:xfrm>
            <a:off x="2407789" y="466547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890C323B-06E6-582B-202B-C32A0FF1D2EF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DCDBFC0B-6E4A-7C01-E31E-EA704E70BDF4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20522526-EFAE-8193-A83E-EDB590E24097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56CDC9E7-3DA3-24CA-3960-333723C4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5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40D02C-5C41-54C7-9AA1-5603540C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5" y="968772"/>
            <a:ext cx="9144000" cy="262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0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CC0FD-4696-CF44-EE9E-61C2FBE8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68A91433-FDFD-1DDB-1D90-5C1E54D7A431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BCCD4BBC-1E85-BF68-0042-040F9D9E968D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87547B24-4049-72A5-C5F8-1309EE4AA54D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EFDDA867-0E78-4F09-69E8-241D519C81BC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DE4F95CD-3117-40CD-D63B-06DA36D4D052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BC6B1F83-279D-57F0-2ABA-CCE9548241AB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2C0C9FAA-333D-3298-FDCC-81DD54257C6B}"/>
              </a:ext>
            </a:extLst>
          </p:cNvPr>
          <p:cNvSpPr/>
          <p:nvPr/>
        </p:nvSpPr>
        <p:spPr>
          <a:xfrm flipV="1">
            <a:off x="2562792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9ACC1F1-03E0-5B26-E8FF-CE3462DAB90A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2F5ECFC-BB6A-7FA9-A4F3-962E3097FC39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487AA6F7-9586-96A7-8129-573F138F7D73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7D292A0-CAE1-6E09-FF5B-869442D99ACA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F684904E-2189-BC4C-CE4B-7302F47A821C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12A2B695-F4F1-F54E-2DE2-7AB0D06BD69F}"/>
              </a:ext>
            </a:extLst>
          </p:cNvPr>
          <p:cNvSpPr txBox="1"/>
          <p:nvPr/>
        </p:nvSpPr>
        <p:spPr>
          <a:xfrm>
            <a:off x="2407789" y="466547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68CBE783-8DB6-9582-3A65-D7D4AFA53F1D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6FCC93F8-8427-CF5F-86A4-EE768FBFDF52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A364255F-4AD9-1B8B-C70A-BEE434A65D62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0E469FF3-8103-BDBB-BA35-19B08243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6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C0DAC1-EC87-73EF-CCDC-701150762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5" y="1021843"/>
            <a:ext cx="9144000" cy="263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6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2A07D-00B6-EE03-2ACA-18A06590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215BFF7F-E523-447D-138D-2F45B0484890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92CBCB29-CCD8-5191-9EC2-2CE5E64896FC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69DEC6D6-3AD2-2325-DBA9-0AEA896E1760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1851EFB8-3164-CE64-F686-5B56951D8ECE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58ECA4B3-91AB-457B-FB93-4027A6FF2421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2ABD7600-01FF-5DFC-1095-4C48F31847B0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4C41CCDF-CC8F-672C-F92F-7FD16BF20E5A}"/>
              </a:ext>
            </a:extLst>
          </p:cNvPr>
          <p:cNvSpPr/>
          <p:nvPr/>
        </p:nvSpPr>
        <p:spPr>
          <a:xfrm flipV="1">
            <a:off x="3753231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CAAC7B0-1D33-3AB8-B298-5EEDB470BA3D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E3EDAC0-84FE-8DC3-BCBC-C893E65D9536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7CD1BB3C-7394-B840-F424-9358D931A0DC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97D210F-8537-A57C-644E-B6E4AAB9E5D5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660C2DD0-89DD-38E4-E4B2-5CD3E3D8C12C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18D890EB-9CE3-E1B2-0023-90D263C5F535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76BD09F6-733C-AE9B-F01C-DA8585D56B35}"/>
              </a:ext>
            </a:extLst>
          </p:cNvPr>
          <p:cNvSpPr txBox="1"/>
          <p:nvPr/>
        </p:nvSpPr>
        <p:spPr>
          <a:xfrm>
            <a:off x="3608846" y="466546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E388CB81-F253-57A8-8BE0-69035330B3BB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105AE594-76A4-93E7-2162-2A0ED0DEA56A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24A7104E-F52A-51D5-1903-434F6BD4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7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20702F-7F0C-3535-344A-786FFDD6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" y="837518"/>
            <a:ext cx="9144000" cy="574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29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D8567-150D-CFC6-E86C-115A59C4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E1ABF2C0-4622-00CA-00C4-A39758B39F8C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2B3457C0-35E6-27A2-4F23-D908752AFD8D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01841956-D558-F206-7E01-9F4A6A45BA6C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2520F4F1-D1B1-F107-74C4-4942923E31F8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91E7EE99-AF17-E1C2-0E37-106902534495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B101E64C-9F42-C94D-31F2-DD8577929A30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028A43EA-9CD9-080D-35B5-BA1D975DCD32}"/>
              </a:ext>
            </a:extLst>
          </p:cNvPr>
          <p:cNvSpPr/>
          <p:nvPr/>
        </p:nvSpPr>
        <p:spPr>
          <a:xfrm flipV="1">
            <a:off x="3753231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F93C73B-B1C3-97BB-5CD9-6F9152A06B9A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473F41-325A-BFD0-39F8-39E7E1C0382C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E231051F-8A73-0DF2-AB49-6E4561949E6B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DA3AF49-96C5-5E97-BE16-EA4B23F25123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326B11D9-4647-E94D-529A-D48F09C187F4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45BC8BF9-AA7E-5CFF-D05A-7E63415C763B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E4C608F8-6426-729C-5094-87A13A7AD168}"/>
              </a:ext>
            </a:extLst>
          </p:cNvPr>
          <p:cNvSpPr txBox="1"/>
          <p:nvPr/>
        </p:nvSpPr>
        <p:spPr>
          <a:xfrm>
            <a:off x="3608846" y="466546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6D22E6F7-8D90-2E56-AE0A-C627A80BCA8A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B3A7B7DB-2949-DFFF-0642-0668B4AB34F7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9766023B-B399-FB07-EEE2-05098C6D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8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741627-23B5-CD3C-62CB-9624C962C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66" y="1131631"/>
            <a:ext cx="7317266" cy="57342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57DF9F-DBD5-6C92-B2C1-9A1D4D133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053" y="3136648"/>
            <a:ext cx="1740632" cy="3531200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7186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FB7E7-166B-C022-DF1B-F974276B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98E871AE-08A6-66A4-30AD-7F09438BD100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B8F006C3-1BC4-5759-0FA3-C02F00745061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23542592-1DE8-F6E8-3A9B-6C9EECDB627A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256DDC98-69BE-8E27-3085-6BA1A7E9D6A4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9C7A080C-56EB-6FF6-134E-0A6C148AA4FB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CFD24E36-9D6F-AD5B-F571-A000E24240A8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29D75FEB-71B4-2007-F2ED-BA243E413AAC}"/>
              </a:ext>
            </a:extLst>
          </p:cNvPr>
          <p:cNvSpPr/>
          <p:nvPr/>
        </p:nvSpPr>
        <p:spPr>
          <a:xfrm flipV="1">
            <a:off x="3753231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BE5DA86-1CCB-0A7E-8C4F-6846298CBFE7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CE12DE9-84D4-19A0-F7CD-A30146A0B7EC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C4AEC62C-628C-7162-2119-EFF1CB59C930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A604878-31EE-AA63-1DB4-37A0F3D3F9AD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B0FD8DDD-7D4C-673E-BA73-DD3507306EA5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4902E82F-41EF-F891-D798-6C0166460681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378E8666-2F6D-4AF8-920F-FA47D9211B5D}"/>
              </a:ext>
            </a:extLst>
          </p:cNvPr>
          <p:cNvSpPr txBox="1"/>
          <p:nvPr/>
        </p:nvSpPr>
        <p:spPr>
          <a:xfrm>
            <a:off x="3608846" y="466546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E6D5019D-AA96-80AC-CF35-9D9AAAF2CBB4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89C8F0D1-8B03-94D5-FC8B-648DA56E6118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93B2D33A-87CE-F943-B7D1-F01005AE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9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EB9636-78EF-954B-9F83-5192EE3C1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30" y="865386"/>
            <a:ext cx="9144000" cy="59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44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66CBD-E285-DB49-6440-401DEC44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9ECDE109-EB9F-CFFB-03C5-C512C1DE4BFA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434E59E9-3029-CD9E-C6BF-E71F3F4CEBD6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7D0FA185-FF5B-10A8-15B3-51500493ADDD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6B0DC9BF-9BF0-A4BF-C188-B03F7C61377F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2256972E-EF6D-DFC6-965F-9E039CBEB99A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EB2422EC-ADAF-7499-CF43-C53317ED4CE3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3966DB0A-98B1-46AA-2C02-42BE11C9AE91}"/>
              </a:ext>
            </a:extLst>
          </p:cNvPr>
          <p:cNvSpPr/>
          <p:nvPr/>
        </p:nvSpPr>
        <p:spPr>
          <a:xfrm flipV="1">
            <a:off x="5090328" y="473210"/>
            <a:ext cx="116929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1447536-DDB9-C450-34C5-3F8478DB6F06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FFD6C1-5EB1-3AA8-9259-07B8D7782115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CCBCD120-EA1A-98CB-43E1-A7AE31876904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8EF4FC7-9C95-D3F1-CC41-F39BCDF32F55}"/>
              </a:ext>
            </a:extLst>
          </p:cNvPr>
          <p:cNvSpPr txBox="1"/>
          <p:nvPr/>
        </p:nvSpPr>
        <p:spPr>
          <a:xfrm>
            <a:off x="4977186" y="457919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2C85D571-4265-D38E-F384-64CEB6AA27D0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0A02F75B-6C82-F85B-C197-6BB513210044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5E2C0179-763F-81E7-AD8D-D7BDB25E88E2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81BAABC8-27DF-D91B-32BB-44F3A0A33A48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DEB1CA53-8B7C-1EDD-8131-4956A48847CC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F04E871C-4066-469E-6E29-C8A377DA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1383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DFBEB-35DE-D165-FB4C-87ED1718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DEE87F7F-DEA3-6395-C768-99C767DCDDBF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7FF437DE-3FF5-6B74-7A1C-7DAB57061AD4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840B1425-6E8E-7857-E514-5F0461D81F8B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2BF71419-D990-4146-45FF-322A9A541C58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71F8A511-3C4C-7A6D-F42D-2F0388764062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6840C4EF-088B-647F-C0C4-FE1E0D750216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C2EF3969-CBFA-C868-5113-7EFA25E3F1CC}"/>
              </a:ext>
            </a:extLst>
          </p:cNvPr>
          <p:cNvSpPr/>
          <p:nvPr/>
        </p:nvSpPr>
        <p:spPr>
          <a:xfrm flipV="1">
            <a:off x="6591327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C13DE45-1060-FFE3-C8EB-D4EE7296A0BC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2518147-5EB1-E836-DC00-809E551C7189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7540BA33-02B9-2E31-C587-E0331DC122A0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550DBE7-2FCA-6DAC-6D58-3C5F601B324A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E1DC202C-E819-757A-E678-9F2EE67B2EBC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20A86CD7-F443-B909-A5B3-6B31E373465A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856AD6A6-3570-973D-CD1D-B1386328B8F6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1D3500D6-CA93-9A7E-0614-AB3A9F8BEF6D}"/>
              </a:ext>
            </a:extLst>
          </p:cNvPr>
          <p:cNvSpPr txBox="1"/>
          <p:nvPr/>
        </p:nvSpPr>
        <p:spPr>
          <a:xfrm>
            <a:off x="6434898" y="457923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9E91491D-FFC0-BB23-6868-4372914EC704}"/>
              </a:ext>
            </a:extLst>
          </p:cNvPr>
          <p:cNvSpPr txBox="1"/>
          <p:nvPr/>
        </p:nvSpPr>
        <p:spPr>
          <a:xfrm>
            <a:off x="7757194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78FA084B-C424-FDF0-6A5B-2120953C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11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6A8E7E-BA02-8855-91B6-30FC1C3B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483" y="837518"/>
            <a:ext cx="4271505" cy="18541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E07CCEB-1BCC-6A3E-0965-D7EA63064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422" y="4253241"/>
            <a:ext cx="3761117" cy="1587873"/>
          </a:xfrm>
          <a:prstGeom prst="rect">
            <a:avLst/>
          </a:prstGeom>
        </p:spPr>
      </p:pic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B964411F-1059-101B-CE0F-33D4A2929FDB}"/>
              </a:ext>
            </a:extLst>
          </p:cNvPr>
          <p:cNvSpPr/>
          <p:nvPr/>
        </p:nvSpPr>
        <p:spPr>
          <a:xfrm rot="19219671">
            <a:off x="5597359" y="2403162"/>
            <a:ext cx="498475" cy="1812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20AE5D-ECA6-0909-4002-D4E720C3AD14}"/>
              </a:ext>
            </a:extLst>
          </p:cNvPr>
          <p:cNvSpPr txBox="1"/>
          <p:nvPr/>
        </p:nvSpPr>
        <p:spPr>
          <a:xfrm>
            <a:off x="946531" y="4273371"/>
            <a:ext cx="19929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hlinkClick r:id="rId5"/>
              </a:rPr>
              <a:t>Doxygen</a:t>
            </a:r>
            <a:r>
              <a:rPr lang="es-ES" dirty="0">
                <a:hlinkClick r:id="rId5"/>
              </a:rPr>
              <a:t>: </a:t>
            </a:r>
            <a:br>
              <a:rPr lang="es-ES" dirty="0">
                <a:hlinkClick r:id="rId5"/>
              </a:rPr>
            </a:br>
            <a:br>
              <a:rPr lang="es-ES" dirty="0">
                <a:hlinkClick r:id="rId5"/>
              </a:rPr>
            </a:br>
            <a:r>
              <a:rPr lang="es-ES" dirty="0">
                <a:hlinkClick r:id="rId5"/>
              </a:rPr>
              <a:t>VICON: MAIN PAGE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2066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60089-02F6-81C8-E7C0-5E43263C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echa: hacia arriba 14">
            <a:extLst>
              <a:ext uri="{FF2B5EF4-FFF2-40B4-BE49-F238E27FC236}">
                <a16:creationId xmlns:a16="http://schemas.microsoft.com/office/drawing/2014/main" id="{2F1E17BE-B9F8-01F2-7790-C139607F1D6A}"/>
              </a:ext>
            </a:extLst>
          </p:cNvPr>
          <p:cNvSpPr/>
          <p:nvPr/>
        </p:nvSpPr>
        <p:spPr>
          <a:xfrm flipV="1">
            <a:off x="1444550" y="705015"/>
            <a:ext cx="996945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lecha: hacia arriba 14">
            <a:extLst>
              <a:ext uri="{FF2B5EF4-FFF2-40B4-BE49-F238E27FC236}">
                <a16:creationId xmlns:a16="http://schemas.microsoft.com/office/drawing/2014/main" id="{755D0160-3176-8BB0-1119-216EDA68217E}"/>
              </a:ext>
            </a:extLst>
          </p:cNvPr>
          <p:cNvSpPr/>
          <p:nvPr/>
        </p:nvSpPr>
        <p:spPr>
          <a:xfrm flipV="1">
            <a:off x="6587715" y="666462"/>
            <a:ext cx="1097367" cy="11310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echa: hacia arriba 14">
            <a:extLst>
              <a:ext uri="{FF2B5EF4-FFF2-40B4-BE49-F238E27FC236}">
                <a16:creationId xmlns:a16="http://schemas.microsoft.com/office/drawing/2014/main" id="{35633E7A-DAC2-D650-174B-9C6087C148DE}"/>
              </a:ext>
            </a:extLst>
          </p:cNvPr>
          <p:cNvSpPr/>
          <p:nvPr/>
        </p:nvSpPr>
        <p:spPr>
          <a:xfrm flipV="1">
            <a:off x="7942369" y="705015"/>
            <a:ext cx="1097367" cy="91360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Flecha: hacia arriba 14">
            <a:extLst>
              <a:ext uri="{FF2B5EF4-FFF2-40B4-BE49-F238E27FC236}">
                <a16:creationId xmlns:a16="http://schemas.microsoft.com/office/drawing/2014/main" id="{E00C7CD3-2EDA-8116-3E07-C714D5C86C2C}"/>
              </a:ext>
            </a:extLst>
          </p:cNvPr>
          <p:cNvSpPr/>
          <p:nvPr/>
        </p:nvSpPr>
        <p:spPr>
          <a:xfrm flipV="1">
            <a:off x="5076132" y="666461"/>
            <a:ext cx="1187392" cy="12991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lecha: hacia arriba 14">
            <a:extLst>
              <a:ext uri="{FF2B5EF4-FFF2-40B4-BE49-F238E27FC236}">
                <a16:creationId xmlns:a16="http://schemas.microsoft.com/office/drawing/2014/main" id="{DEB2EAD8-24A8-3517-3E81-84B85CB5D761}"/>
              </a:ext>
            </a:extLst>
          </p:cNvPr>
          <p:cNvSpPr/>
          <p:nvPr/>
        </p:nvSpPr>
        <p:spPr>
          <a:xfrm flipV="1">
            <a:off x="3817721" y="666463"/>
            <a:ext cx="996945" cy="12991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lecha: hacia arriba 14">
            <a:extLst>
              <a:ext uri="{FF2B5EF4-FFF2-40B4-BE49-F238E27FC236}">
                <a16:creationId xmlns:a16="http://schemas.microsoft.com/office/drawing/2014/main" id="{FA6E357C-FBAF-004B-6ACE-8FEF0AD209AE}"/>
              </a:ext>
            </a:extLst>
          </p:cNvPr>
          <p:cNvSpPr/>
          <p:nvPr/>
        </p:nvSpPr>
        <p:spPr>
          <a:xfrm flipV="1">
            <a:off x="2631619" y="739841"/>
            <a:ext cx="996945" cy="56534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lecha: hacia arriba 14">
            <a:extLst>
              <a:ext uri="{FF2B5EF4-FFF2-40B4-BE49-F238E27FC236}">
                <a16:creationId xmlns:a16="http://schemas.microsoft.com/office/drawing/2014/main" id="{282EC89E-9238-4716-D5D1-DF680AF57592}"/>
              </a:ext>
            </a:extLst>
          </p:cNvPr>
          <p:cNvSpPr/>
          <p:nvPr/>
        </p:nvSpPr>
        <p:spPr>
          <a:xfrm flipV="1">
            <a:off x="7919784" y="473210"/>
            <a:ext cx="1086361" cy="306352"/>
          </a:xfrm>
          <a:prstGeom prst="upArrow">
            <a:avLst>
              <a:gd name="adj1" fmla="val 100000"/>
              <a:gd name="adj2" fmla="val 0"/>
            </a:avLst>
          </a:prstGeom>
          <a:solidFill>
            <a:srgbClr val="00A3C2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F2D6931-41E9-4E40-A331-090572EEF761}"/>
              </a:ext>
            </a:extLst>
          </p:cNvPr>
          <p:cNvSpPr/>
          <p:nvPr/>
        </p:nvSpPr>
        <p:spPr>
          <a:xfrm>
            <a:off x="0" y="608505"/>
            <a:ext cx="9143999" cy="171058"/>
          </a:xfrm>
          <a:prstGeom prst="rect">
            <a:avLst/>
          </a:prstGeom>
          <a:solidFill>
            <a:srgbClr val="00A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C7839B-9175-BB90-EFF3-C1C33B3FEEBE}"/>
              </a:ext>
            </a:extLst>
          </p:cNvPr>
          <p:cNvSpPr txBox="1"/>
          <p:nvPr/>
        </p:nvSpPr>
        <p:spPr>
          <a:xfrm>
            <a:off x="104264" y="190152"/>
            <a:ext cx="839856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4479"/>
                </a:solidFill>
                <a:latin typeface="Malacitana-Sans" pitchFamily="2" charset="77"/>
              </a:rPr>
              <a:t>ÍNDICE</a:t>
            </a:r>
          </a:p>
          <a:p>
            <a:endParaRPr lang="es-ES" sz="1400" dirty="0">
              <a:solidFill>
                <a:srgbClr val="004479"/>
              </a:solidFill>
              <a:latin typeface="Malacitana-Sans" pitchFamily="2" charset="77"/>
            </a:endParaRPr>
          </a:p>
          <a:p>
            <a:endParaRPr lang="es-ES" dirty="0"/>
          </a:p>
        </p:txBody>
      </p:sp>
      <p:sp>
        <p:nvSpPr>
          <p:cNvPr id="15" name="CuadroTexto 25">
            <a:extLst>
              <a:ext uri="{FF2B5EF4-FFF2-40B4-BE49-F238E27FC236}">
                <a16:creationId xmlns:a16="http://schemas.microsoft.com/office/drawing/2014/main" id="{674637FE-ABAD-728D-4E44-CA4763336D0D}"/>
              </a:ext>
            </a:extLst>
          </p:cNvPr>
          <p:cNvSpPr txBox="1"/>
          <p:nvPr/>
        </p:nvSpPr>
        <p:spPr>
          <a:xfrm>
            <a:off x="15630" y="542221"/>
            <a:ext cx="1251081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Introducción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141639C-3EBA-3E83-2EE8-B55A9694604B}"/>
              </a:ext>
            </a:extLst>
          </p:cNvPr>
          <p:cNvSpPr txBox="1"/>
          <p:nvPr/>
        </p:nvSpPr>
        <p:spPr>
          <a:xfrm>
            <a:off x="497718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Demostración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CuadroTexto 39">
            <a:extLst>
              <a:ext uri="{FF2B5EF4-FFF2-40B4-BE49-F238E27FC236}">
                <a16:creationId xmlns:a16="http://schemas.microsoft.com/office/drawing/2014/main" id="{04502CC0-44C5-7CCF-8434-7F66E613C54A}"/>
              </a:ext>
            </a:extLst>
          </p:cNvPr>
          <p:cNvSpPr txBox="1"/>
          <p:nvPr/>
        </p:nvSpPr>
        <p:spPr>
          <a:xfrm>
            <a:off x="1246398" y="544188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Requisitos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" name="CuadroTexto 39">
            <a:extLst>
              <a:ext uri="{FF2B5EF4-FFF2-40B4-BE49-F238E27FC236}">
                <a16:creationId xmlns:a16="http://schemas.microsoft.com/office/drawing/2014/main" id="{853DF9A1-2C53-9026-1C9F-EB4A26FAFDBF}"/>
              </a:ext>
            </a:extLst>
          </p:cNvPr>
          <p:cNvSpPr txBox="1"/>
          <p:nvPr/>
        </p:nvSpPr>
        <p:spPr>
          <a:xfrm>
            <a:off x="2407789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Sistema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" name="CuadroTexto 39">
            <a:extLst>
              <a:ext uri="{FF2B5EF4-FFF2-40B4-BE49-F238E27FC236}">
                <a16:creationId xmlns:a16="http://schemas.microsoft.com/office/drawing/2014/main" id="{0D4630D6-1BD1-EE48-F062-CEAF62C14D23}"/>
              </a:ext>
            </a:extLst>
          </p:cNvPr>
          <p:cNvSpPr txBox="1"/>
          <p:nvPr/>
        </p:nvSpPr>
        <p:spPr>
          <a:xfrm>
            <a:off x="3608846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Módulos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6" name="CuadroTexto 39">
            <a:extLst>
              <a:ext uri="{FF2B5EF4-FFF2-40B4-BE49-F238E27FC236}">
                <a16:creationId xmlns:a16="http://schemas.microsoft.com/office/drawing/2014/main" id="{677E0B57-DD3B-05A9-2914-6863DEB8C36F}"/>
              </a:ext>
            </a:extLst>
          </p:cNvPr>
          <p:cNvSpPr txBox="1"/>
          <p:nvPr/>
        </p:nvSpPr>
        <p:spPr>
          <a:xfrm>
            <a:off x="6434898" y="544185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Metodología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7" name="CuadroTexto 39">
            <a:extLst>
              <a:ext uri="{FF2B5EF4-FFF2-40B4-BE49-F238E27FC236}">
                <a16:creationId xmlns:a16="http://schemas.microsoft.com/office/drawing/2014/main" id="{577DE132-EA99-A05F-E679-588859AD1D53}"/>
              </a:ext>
            </a:extLst>
          </p:cNvPr>
          <p:cNvSpPr txBox="1"/>
          <p:nvPr/>
        </p:nvSpPr>
        <p:spPr>
          <a:xfrm>
            <a:off x="7757194" y="457923"/>
            <a:ext cx="14146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b="1" dirty="0">
                <a:solidFill>
                  <a:schemeClr val="bg1"/>
                </a:solidFill>
                <a:latin typeface="Calibri"/>
              </a:rPr>
              <a:t>Resultados</a:t>
            </a:r>
            <a:endParaRPr lang="es-ES" sz="15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8" name="Marcador de número de diapositiva 47">
            <a:extLst>
              <a:ext uri="{FF2B5EF4-FFF2-40B4-BE49-F238E27FC236}">
                <a16:creationId xmlns:a16="http://schemas.microsoft.com/office/drawing/2014/main" id="{0022E2D8-07D7-554A-EAB2-FB465807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68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064F362-807F-77A3-A1B5-7C2DAF9B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DA097-91D5-884A-AB6D-3E1FFBDE92C7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3813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1040</TotalTime>
  <Words>182</Words>
  <Application>Microsoft Office PowerPoint</Application>
  <PresentationFormat>Presentación en pantalla (4:3)</PresentationFormat>
  <Paragraphs>679</Paragraphs>
  <Slides>13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Malacitana-Sans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marinaperez</dc:creator>
  <cp:lastModifiedBy>Gomez Jiménez, Carlos Manuel</cp:lastModifiedBy>
  <cp:revision>79</cp:revision>
  <dcterms:created xsi:type="dcterms:W3CDTF">2024-01-25T10:10:13Z</dcterms:created>
  <dcterms:modified xsi:type="dcterms:W3CDTF">2026-07-20T16:27:46Z</dcterms:modified>
</cp:coreProperties>
</file>